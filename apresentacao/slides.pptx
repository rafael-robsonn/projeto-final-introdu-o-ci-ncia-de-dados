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2A4F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ABERTOS · DER-DF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Infrações de Trânsito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Distrito Federal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volume de infrações evoluiu de 2018 a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Henrique Pereira Couto Cabral Filho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Novais Vieira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Robson Nunes de Araújo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Ciência de Dados · CEUB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número de infrações de trânsito no DF evoluiu ao longo dos anos (2018–2025)?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secundárias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977640"/>
            <a:ext cx="411480" cy="4114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977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os tipos de infração mais frequentes no DF?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663440"/>
            <a:ext cx="411480" cy="4114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663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meses concentram mais infrações registradas?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5349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distribuem por gravidade, veículo e hora do dia?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conjunto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de Infração · DER-DF · Portal de Dados Abertos do Distrito Federal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6,47 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brutos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CSV (1/mês)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coberto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0" y="2788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diferentes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coluna representa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infração cometida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5445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tipo_veiculo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544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automóvel, moto, caminhão…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0200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cometimento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50200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 infração (DD/MM/AAAA)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4955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hora_cometimento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54955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da infração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971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grav_tipo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59710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· Média · Grave · Gravíssima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dados.df.gov.br/dataset/infracoes-transito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Completude e limpeza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real é dado sujo. O que encontramos e o que fizemos: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EAEF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562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heterogêneos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8562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variações: separador ; e , · aspas no header · encoding UTF-8 e ISO-8859-1 · 6 a 13 colunas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75320" y="18562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Leitor robusto que detecta encoding e separador arquivo a arquivo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70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como texto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7706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DD/MM/AAAA em string; ~53 mil datas inválidas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7706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Conversão para datetime; linhas inválidas removidas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EAEF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850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Mojibake (encoding)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6850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'MÃ©dia' no lugar de 'Média' no arquivo de 2018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36850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Re-encode latin1 → utf-8 nas colunas de texto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94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inconsistentes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45994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AUTOMOVEL / AUTOMÓVEL / CAMINHONET / CAMIONETA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45994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Normalização para rótulos canônicos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440680"/>
            <a:ext cx="10698480" cy="822960"/>
          </a:xfrm>
          <a:prstGeom prst="roundRect">
            <a:avLst>
              <a:gd name="adj" fmla="val 6667"/>
            </a:avLst>
          </a:prstGeom>
          <a:solidFill>
            <a:srgbClr val="EAEF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138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incompleto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55138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até abril; distorceria a série anual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55138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Recorte da análise em 2018–2025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À PERGUNTA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anual das infrações</a:t>
            </a:r>
            <a:endParaRPr lang="en-US" sz="2600" dirty="0"/>
          </a:p>
        </p:txBody>
      </p:sp>
      <p:pic>
        <p:nvPicPr>
          <p:cNvPr id="4" name="Image 0" descr="/home/claude/slides/g1_infracoes_por_an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forte até 2022 (pico de ~1,14 mi) e queda consistente depois.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baixos de 2018–2019 refletem cobertura parcial do registro, não menos infração.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pós-2022 ocorre em anos completos: é um sinal real.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SECUNDÁRIA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infração mais frequentes</a:t>
            </a:r>
            <a:endParaRPr lang="en-US" sz="2600" dirty="0"/>
          </a:p>
        </p:txBody>
      </p:sp>
      <p:pic>
        <p:nvPicPr>
          <p:cNvPr id="4" name="Image 0" descr="/home/claude/slides/g2_top_tip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excesso de velocidade até 20% domina tudo: ~3,5 mi de autos, mais que todas as outras somadas.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que o dado vem sobretudo de radares (fiscalização eletrônica), não de abordagem.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SECUNDÁRIA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Sazonalidade: infrações por mês</a:t>
            </a:r>
            <a:endParaRPr lang="en-US" sz="2600" dirty="0"/>
          </a:p>
        </p:txBody>
      </p:sp>
      <p:pic>
        <p:nvPicPr>
          <p:cNvPr id="4" name="Image 0" descr="/home/claude/slides/g3_sazonalidade_m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no início do ano (abril) e alta no 2º semestre, com pico em novembro.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períodos de maior circulação e campanhas de fiscalização.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INFRAÇÕES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gravidade</a:t>
            </a:r>
            <a:endParaRPr lang="en-US" sz="2600" dirty="0"/>
          </a:p>
        </p:txBody>
      </p:sp>
      <p:pic>
        <p:nvPicPr>
          <p:cNvPr id="4" name="Image 0" descr="/home/claude/slides/g4_gravid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de gravidade Média (~61%), coerente com o domínio da velocidade até 20%.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+ Gravíssima somam ~21%: fatia relevante de risco elevado.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INFRAÇÕES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Infrações por tipo de veículo</a:t>
            </a:r>
            <a:endParaRPr lang="en-US" sz="2600" dirty="0"/>
          </a:p>
        </p:txBody>
      </p:sp>
      <p:pic>
        <p:nvPicPr>
          <p:cNvPr id="4" name="Image 0" descr="/home/claude/slides/g5_tipo_veicu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automóvel concentra ~4,2 mi de autos, refletindo a frota do DF.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volume absoluto — não significa que automóveis infrinjam mais por veículo.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DAS INFRAÇÕES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hora do dia</a:t>
            </a:r>
            <a:endParaRPr lang="en-US" sz="2600" dirty="0"/>
          </a:p>
        </p:txBody>
      </p:sp>
      <p:pic>
        <p:nvPicPr>
          <p:cNvPr id="4" name="Image 0" descr="/home/claude/slides/g6_hora_do_d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75895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5544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06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diurna entre 8h e 18h, com pico às 16–17h.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Madrugada tem o menor volume. Acompanha a intensidade do tráfego ao longo do dia.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de Trânsito no DF · CEUB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846320"/>
            <a:ext cx="3200400" cy="3200400"/>
          </a:xfrm>
          <a:prstGeom prst="ellipse">
            <a:avLst/>
          </a:prstGeom>
          <a:solidFill>
            <a:srgbClr val="2A4F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234A8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Subiu até 2022, cai desde então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20240" y="221284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evolução não é de crescimento contínuo: pico em 2022 e retração até 2025. Ressalva: 2018–2019 têm cobertura parcial.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0" y="178308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234A8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92024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Dominado por velocidade de radar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372160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'Velocidade até 20%' supera todas as outras infrações somadas; 61% são de gravidade Média. O dado reflete fiscalização eletrônica.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0" y="329184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2 e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234A8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920240" y="4800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temporais e de perfil claros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20240" y="523036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no 2º semestre (pico nov.), no período diurno (16–17h) e em automóveis. Mede onde/quando há registro.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0" y="480060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3, 5 e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2026-06-25T00:58:53Z</dcterms:created>
  <dcterms:modified xsi:type="dcterms:W3CDTF">2026-06-25T00:58:53Z</dcterms:modified>
</cp:coreProperties>
</file>